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Repository: canvas-cp1.md §2-§5; spec.md §1. No external claims or assets.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Repository: spec.md §2 impact table; canvas-cp1.md §4 mining counts. No external claims or assets.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Repository: components/learning_agent.py state/reason enums and MAX_GENERATION_ATTEMPTS=2; README.md demo flow.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Repository: eval/run-live-20260730T114022Z-7889852f.md and .jsonl; spec.md §7. Percentages automate status/schema only.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Repository: validation/README.md and 02-guide.md §4.2, §5.1. No participants, quotes, or outcomes have been fabricated.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Repository: eval/run-live-20260730T114022Z-7889852f.md; eval/README.md; validation/README.md. No external claims or assets.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6510528"/>
            <a:ext cx="11384280" cy="0"/>
          </a:xfrm>
          <a:prstGeom prst="line">
            <a:avLst/>
          </a:prstGeom>
          <a:noFill/>
          <a:ln w="8890">
            <a:solidFill>
              <a:srgbClr val="DD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365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635BFF"/>
                </a:solidFill>
              </a:rPr>
              <a:t>VLEARN · LEARNING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93192" y="1490472"/>
            <a:ext cx="8595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 teaches.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Learner moves on untested.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93192" y="4096512"/>
            <a:ext cx="7818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616572"/>
                </a:solidFill>
              </a:rPr>
              <a:t>Job: confirm one concept immediately after a tutor explanation — before a misconception becomes expensive.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869680" y="3913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635BFF"/>
                </a:solidFill>
              </a:rPr>
              <a:t>0 / 2,522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577072" y="4626864"/>
            <a:ext cx="2852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16572"/>
                </a:solidFill>
              </a:rPr>
              <a:t>chatlog rows contained a real proactive comprehension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" y="618134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canvas-cp1.md §4 · 2,522 rows / 1,261 tutor turns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560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3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widest gap is the missing check after teaching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93192" y="135331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16572"/>
                </a:solidFill>
              </a:rPr>
              <a:t>Impact was compared before choosing the slice — not reverse-engineered after build.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2011680"/>
          <a:ext cx="11292840" cy="3154680"/>
        </p:xfrm>
        <a:graphic>
          <a:graphicData uri="http://schemas.openxmlformats.org/drawingml/2006/table">
            <a:tbl>
              <a:tblPr/>
              <a:tblGrid>
                <a:gridCol w="2423160"/>
                <a:gridCol w="1737360"/>
                <a:gridCol w="5349240"/>
                <a:gridCol w="1783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Candidate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Reach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signal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Comprehension check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369 / 369 users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98.4% of 1,261 turns teach; no follow-up check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CHOSEN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Summary/retrieval fix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102 / 369 users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51.1% failure for summary-like requests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citation fix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 / 369 users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 of direct answers lacked citations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151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93192" y="528523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5BFF"/>
                </a:solidFill>
              </a:rPr>
              <a:t>Cost of error: an unwanted quiz is skippable; an undetected misconception compounds until assessment.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93192" y="618134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spec.md §2 · canvas-cp1.md §4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560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3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+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bounded state machine controls every release decision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719072" y="2304288"/>
            <a:ext cx="256032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93192" y="1956816"/>
            <a:ext cx="1353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9DA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214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51A"/>
                </a:solidFill>
              </a:rPr>
              <a:t>ELIGIBILITY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2304288"/>
            <a:ext cx="256032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93392" y="1956816"/>
            <a:ext cx="1353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9D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21214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51A"/>
                </a:solidFill>
              </a:rPr>
              <a:t>SOURCE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19472" y="2304288"/>
            <a:ext cx="256032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93592" y="1956816"/>
            <a:ext cx="1353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9D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21214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51A"/>
                </a:solidFill>
              </a:rPr>
              <a:t>GENERATE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19672" y="2304288"/>
            <a:ext cx="256032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93792" y="1956816"/>
            <a:ext cx="1353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9D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21214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51A"/>
                </a:solidFill>
              </a:rPr>
              <a:t>VALIDATE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2304288"/>
            <a:ext cx="256032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93992" y="1956816"/>
            <a:ext cx="1353312" cy="713232"/>
          </a:xfrm>
          <a:prstGeom prst="roundRect">
            <a:avLst>
              <a:gd name="adj" fmla="val 6410"/>
            </a:avLst>
          </a:prstGeom>
          <a:solidFill>
            <a:srgbClr val="ECEAFF"/>
          </a:solidFill>
          <a:ln w="15240">
            <a:solidFill>
              <a:srgbClr val="635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21214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51A"/>
                </a:solidFill>
              </a:rPr>
              <a:t>PRESENT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20072" y="2304288"/>
            <a:ext cx="256032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94192" y="1956816"/>
            <a:ext cx="1353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9DA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21214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51A"/>
                </a:solidFill>
              </a:rPr>
              <a:t>SCORE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994392" y="1956816"/>
            <a:ext cx="1353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9DA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67544" y="21214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51A"/>
                </a:solidFill>
              </a:rPr>
              <a:t>RETRY / DONE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3192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635BFF"/>
                </a:solidFill>
              </a:rPr>
              <a:t>STANDARD CASE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" y="37033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151A"/>
                </a:solidFill>
              </a:rPr>
              <a:t>Day 1 · page 29 · top_p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151A"/>
                </a:solidFill>
              </a:rPr>
              <a:t>Answer → one four-option quiz → deterministic scoring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53912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B43B3B"/>
                </a:solidFill>
              </a:rPr>
              <a:t>HARD CASE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53912" y="370332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151A"/>
                </a:solidFill>
              </a:rPr>
              <a:t>Ask “2 + 2 = ?”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151A"/>
                </a:solidFill>
              </a:rPr>
              <a:t>ABSTAINED · outside_course_scope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442448" y="52578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35BFF"/>
                </a:solidFill>
              </a:rPr>
              <a:t>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595360" y="563270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6572"/>
                </a:solidFill>
              </a:rPr>
              <a:t>max generation attempts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" y="618134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Implementation: components/learning_agent.py · components/course_materials.py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560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3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clears the bar; semantic review stays open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93192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16572"/>
                </a:solidFill>
              </a:rPr>
              <a:t>Live run 7889852f · 28 preserved cases · OpenAI · immutable evidence files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3192" y="2990088"/>
            <a:ext cx="3438144" cy="2606040"/>
          </a:xfrm>
          <a:prstGeom prst="roundRect">
            <a:avLst>
              <a:gd name="adj" fmla="val 2807"/>
            </a:avLst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3101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C8A6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28163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1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28 status matches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70832" y="2990088"/>
            <a:ext cx="3438144" cy="2606040"/>
          </a:xfrm>
          <a:prstGeom prst="roundRect">
            <a:avLst>
              <a:gd name="adj" fmla="val 2807"/>
            </a:avLst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3101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C8A6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4160520"/>
            <a:ext cx="28163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1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18 valid schemas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48472" y="2990088"/>
            <a:ext cx="3438144" cy="2606040"/>
          </a:xfrm>
          <a:prstGeom prst="roundRect">
            <a:avLst>
              <a:gd name="adj" fmla="val 2807"/>
            </a:avLst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33101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B5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G26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41080" y="4160520"/>
            <a:ext cx="28163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1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over-refused; expected OK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" y="202996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5BFF"/>
                </a:solidFill>
              </a:rPr>
              <a:t>LOCKED BAR: ≥80% status + zero invention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97880" y="2029968"/>
            <a:ext cx="5788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43B3B"/>
                </a:solidFill>
              </a:rPr>
              <a:t>Groundedness · concept alignment · domain correctness = HUMAN REVIEW REQUIRED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93192" y="618134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eval/run-live-20260730T114022Z-7889852f.md · locked bar: spec.md §7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560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3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validation remains a submission gap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93192" y="190195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43B3B"/>
                </a:solidFill>
              </a:rPr>
              <a:t>0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93192" y="289864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151A"/>
                </a:solidFill>
              </a:rPr>
              <a:t>verified human feedback responses recorded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93192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B43B3B"/>
                </a:solidFill>
              </a:rPr>
              <a:t>HUMAN ACTION REQUIRED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1874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5BFF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67728" y="184708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151A"/>
                </a:solidFill>
              </a:rPr>
              <a:t>Test ≥5 people outside the team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5877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5B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7728" y="256032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151A"/>
                </a:solidFill>
              </a:rPr>
              <a:t>Include ≥2 willing users from CP1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33009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5BF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67728" y="3273552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151A"/>
                </a:solidFill>
              </a:rPr>
              <a:t>Record verbatim quotes with consent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40142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5B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67728" y="3986784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151A"/>
                </a:solidFill>
              </a:rPr>
              <a:t>Link changes to feedback row IDs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" y="618134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Protocol/template: validation/README.md · requirement: 02-guide.md §4.2 / §5.1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365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635BFF"/>
                </a:solidFill>
              </a:rPr>
              <a:t>ONE MORE WEEK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93192" y="1417320"/>
            <a:ext cx="923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semantic evidence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41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 strong as schema evidence.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93192" y="4041648"/>
            <a:ext cx="8549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151A"/>
                </a:solidFill>
              </a:rPr>
              <a:t>1 · Fix G26 over-refusal without regressing out-of-scope cases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151A"/>
                </a:solidFill>
              </a:rPr>
              <a:t>2 · Complete two-reviewer grounding/concept/domain scoring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151A"/>
                </a:solidFill>
              </a:rPr>
              <a:t>3 · Run ≥5 human sessions and ship only evidence-linked changes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098280" y="4160520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35BFF"/>
                </a:solidFill>
              </a:rPr>
              <a:t>Prompts are not proof.</a:t>
            </a:r>
            <a:endParaRPr lang="en-US" sz="2000" dirty="0"/>
          </a:p>
          <a:p>
            <a:pPr algn="r" indent="0" marL="0">
              <a:buNone/>
            </a:pPr>
            <a:r>
              <a:rPr lang="en-US" sz="2000" b="1" dirty="0">
                <a:solidFill>
                  <a:srgbClr val="635BFF"/>
                </a:solidFill>
              </a:rPr>
              <a:t>Validation owns release.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618134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Priorities: live G26 failure · eval human-review gap · validation/README.md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VinAI 20K Lab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VLearn Learning Check Agent</dc:title>
  <dc:subject>Six-slide hackathon demo</dc:subject>
  <dc:creator>VLearn Learning Check Agent team</dc:creator>
  <cp:lastModifiedBy>VLearn Learning Check Agent team</cp:lastModifiedBy>
  <cp:revision>1</cp:revision>
  <dcterms:created xsi:type="dcterms:W3CDTF">2026-07-30T11:57:48Z</dcterms:created>
  <dcterms:modified xsi:type="dcterms:W3CDTF">2026-07-30T11:57:48Z</dcterms:modified>
</cp:coreProperties>
</file>